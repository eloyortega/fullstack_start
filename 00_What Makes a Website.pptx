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-14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7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4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5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1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7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8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2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1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4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5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AF7B7-63EA-D64B-B8E4-3C03E86B9A13}" type="datetimeFigureOut">
              <a:rPr lang="en-US" smtClean="0"/>
              <a:t>9/22/17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11358-9A7A-E042-8015-6BD55B390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makes a website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3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 dirty="0" smtClean="0"/>
              <a:t>the </a:t>
            </a:r>
            <a:r>
              <a:rPr lang="en-US" dirty="0" smtClean="0"/>
              <a:t>internet</a:t>
            </a:r>
            <a:endParaRPr lang="en-US" dirty="0"/>
          </a:p>
        </p:txBody>
      </p:sp>
      <p:pic>
        <p:nvPicPr>
          <p:cNvPr id="4" name="Content Placeholder 3" descr="large_Yr3iN6TA1XAGZmzCoO-zRVwwstd-QZMcufIuqMQdmH4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6" r="10766"/>
          <a:stretch>
            <a:fillRect/>
          </a:stretch>
        </p:blipFill>
        <p:spPr>
          <a:xfrm>
            <a:off x="1770791" y="1538585"/>
            <a:ext cx="5544409" cy="3406869"/>
          </a:xfrm>
        </p:spPr>
      </p:pic>
      <p:sp>
        <p:nvSpPr>
          <p:cNvPr id="6" name="TextBox 5"/>
          <p:cNvSpPr txBox="1"/>
          <p:nvPr/>
        </p:nvSpPr>
        <p:spPr>
          <a:xfrm>
            <a:off x="1929552" y="5398761"/>
            <a:ext cx="5226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The internet is a global system of interconnected computer networks.</a:t>
            </a:r>
          </a:p>
        </p:txBody>
      </p:sp>
    </p:spTree>
    <p:extLst>
      <p:ext uri="{BB962C8B-B14F-4D97-AF65-F5344CB8AC3E}">
        <p14:creationId xmlns:p14="http://schemas.microsoft.com/office/powerpoint/2010/main" val="350949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 website</a:t>
            </a:r>
            <a:endParaRPr lang="en-US" dirty="0"/>
          </a:p>
        </p:txBody>
      </p:sp>
      <p:pic>
        <p:nvPicPr>
          <p:cNvPr id="8" name="Content Placeholder 7" descr="brs_0330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" b="1187"/>
          <a:stretch>
            <a:fillRect/>
          </a:stretch>
        </p:blipFill>
        <p:spPr>
          <a:xfrm>
            <a:off x="1848289" y="1600200"/>
            <a:ext cx="5494572" cy="3417159"/>
          </a:xfrm>
        </p:spPr>
      </p:pic>
      <p:sp>
        <p:nvSpPr>
          <p:cNvPr id="9" name="TextBox 8"/>
          <p:cNvSpPr txBox="1"/>
          <p:nvPr/>
        </p:nvSpPr>
        <p:spPr>
          <a:xfrm>
            <a:off x="1848289" y="5473651"/>
            <a:ext cx="549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dirty="0" smtClean="0"/>
              <a:t> location connected to the Internet that maintains one or more pages on the World Wide Web.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1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 wire frame</a:t>
            </a:r>
            <a:endParaRPr lang="en-US" dirty="0"/>
          </a:p>
        </p:txBody>
      </p:sp>
      <p:pic>
        <p:nvPicPr>
          <p:cNvPr id="4" name="Content Placeholder 3" descr="36639303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57" r="-68457"/>
          <a:stretch>
            <a:fillRect/>
          </a:stretch>
        </p:blipFill>
        <p:spPr>
          <a:xfrm>
            <a:off x="457200" y="1600200"/>
            <a:ext cx="8229600" cy="3223143"/>
          </a:xfrm>
        </p:spPr>
      </p:pic>
      <p:sp>
        <p:nvSpPr>
          <p:cNvPr id="5" name="TextBox 4"/>
          <p:cNvSpPr txBox="1"/>
          <p:nvPr/>
        </p:nvSpPr>
        <p:spPr>
          <a:xfrm>
            <a:off x="2027251" y="4982086"/>
            <a:ext cx="54100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dirty="0" smtClean="0"/>
              <a:t> skeletal </a:t>
            </a:r>
            <a:r>
              <a:rPr lang="en-US" dirty="0" smtClean="0"/>
              <a:t>model </a:t>
            </a:r>
            <a:r>
              <a:rPr lang="en-US" dirty="0" smtClean="0"/>
              <a:t>in which only lines and vertices are represented.</a:t>
            </a:r>
          </a:p>
          <a:p>
            <a:pPr algn="ctr"/>
            <a:r>
              <a:rPr lang="en-US" dirty="0" smtClean="0"/>
              <a:t>an image or set of images which displays the functional elements of a website or page, typically used for planning a site's structure and functionality.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68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 flow chart </a:t>
            </a:r>
            <a:endParaRPr lang="en-US" dirty="0"/>
          </a:p>
        </p:txBody>
      </p:sp>
      <p:pic>
        <p:nvPicPr>
          <p:cNvPr id="4" name="Content Placeholder 3" descr="12e44021f67a3bfab37890b395ff0e6e--empire-state-building-building-plans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46" t="-2767" r="-11017" b="-3163"/>
          <a:stretch/>
        </p:blipFill>
        <p:spPr>
          <a:xfrm>
            <a:off x="1991759" y="1514723"/>
            <a:ext cx="5160483" cy="3271987"/>
          </a:xfrm>
        </p:spPr>
      </p:pic>
      <p:sp>
        <p:nvSpPr>
          <p:cNvPr id="7" name="TextBox 6"/>
          <p:cNvSpPr txBox="1"/>
          <p:nvPr/>
        </p:nvSpPr>
        <p:spPr>
          <a:xfrm>
            <a:off x="1477695" y="5299572"/>
            <a:ext cx="6069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 diagram of the sequence of movements or actions of people or things involved in a complex system or activity.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139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 mock up</a:t>
            </a:r>
            <a:endParaRPr lang="en-US" dirty="0"/>
          </a:p>
        </p:txBody>
      </p:sp>
      <p:pic>
        <p:nvPicPr>
          <p:cNvPr id="6" name="Content Placeholder 5" descr="0e0dd826fe131b59958073ba5c18d8b0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6" r="-1585"/>
          <a:stretch/>
        </p:blipFill>
        <p:spPr>
          <a:xfrm>
            <a:off x="3546163" y="1600200"/>
            <a:ext cx="2051675" cy="3254479"/>
          </a:xfrm>
        </p:spPr>
      </p:pic>
      <p:sp>
        <p:nvSpPr>
          <p:cNvPr id="7" name="TextBox 6"/>
          <p:cNvSpPr txBox="1"/>
          <p:nvPr/>
        </p:nvSpPr>
        <p:spPr>
          <a:xfrm>
            <a:off x="2318821" y="5641480"/>
            <a:ext cx="4506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mockup is a realistic representation of what the product will look like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61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This is HTML</a:t>
            </a:r>
            <a:endParaRPr lang="en-US" dirty="0"/>
          </a:p>
        </p:txBody>
      </p:sp>
      <p:pic>
        <p:nvPicPr>
          <p:cNvPr id="4" name="Content Placeholder 3" descr="http-%2F%2Fa.amz.mshcdn.com%2Fwp-content%2Fuploads%2F2015%2F03%2FEmpire-20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3" r="-1257"/>
          <a:stretch/>
        </p:blipFill>
        <p:spPr>
          <a:xfrm>
            <a:off x="3449094" y="1685677"/>
            <a:ext cx="2245812" cy="3369675"/>
          </a:xfrm>
        </p:spPr>
      </p:pic>
      <p:sp>
        <p:nvSpPr>
          <p:cNvPr id="5" name="TextBox 4"/>
          <p:cNvSpPr txBox="1"/>
          <p:nvPr/>
        </p:nvSpPr>
        <p:spPr>
          <a:xfrm>
            <a:off x="1769265" y="5519370"/>
            <a:ext cx="560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Hypertext Markup Language, a standardized system for tagging text files to achieve font, color, graphic, and hyperlink effects on </a:t>
            </a:r>
            <a:r>
              <a:rPr lang="en-US" dirty="0" smtClean="0"/>
              <a:t>Web </a:t>
            </a:r>
            <a:r>
              <a:rPr lang="en-US" dirty="0" smtClean="0"/>
              <a:t>pages.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5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CSS</a:t>
            </a:r>
            <a:endParaRPr lang="en-US" dirty="0"/>
          </a:p>
        </p:txBody>
      </p:sp>
      <p:pic>
        <p:nvPicPr>
          <p:cNvPr id="4" name="Content Placeholder 3" descr="4a390d6d9463846830cb5e9e200afc47--art-deco-art-art-deco-design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72" r="-485"/>
          <a:stretch/>
        </p:blipFill>
        <p:spPr>
          <a:xfrm>
            <a:off x="3210705" y="1282715"/>
            <a:ext cx="2722590" cy="3552840"/>
          </a:xfrm>
        </p:spPr>
      </p:pic>
      <p:sp>
        <p:nvSpPr>
          <p:cNvPr id="5" name="TextBox 4"/>
          <p:cNvSpPr txBox="1"/>
          <p:nvPr/>
        </p:nvSpPr>
        <p:spPr>
          <a:xfrm>
            <a:off x="1744841" y="5446104"/>
            <a:ext cx="5654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CSS stands for Cascading Style Sheets. CSS describes how HTML elements are to be </a:t>
            </a:r>
            <a:r>
              <a:rPr lang="en-US" dirty="0" smtClean="0"/>
              <a:t>visually displayed on </a:t>
            </a:r>
            <a:r>
              <a:rPr lang="en-US" dirty="0" smtClean="0"/>
              <a:t>screen, paper, or in other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108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JavaScript</a:t>
            </a:r>
            <a:endParaRPr lang="en-US" dirty="0"/>
          </a:p>
        </p:txBody>
      </p:sp>
      <p:pic>
        <p:nvPicPr>
          <p:cNvPr id="22" name="Content Placeholder 21" descr="download.jpg"/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" t="-394" r="-529" b="-1180"/>
          <a:stretch/>
        </p:blipFill>
        <p:spPr>
          <a:xfrm>
            <a:off x="4616270" y="1552115"/>
            <a:ext cx="3907953" cy="3138226"/>
          </a:xfrm>
        </p:spPr>
      </p:pic>
      <p:pic>
        <p:nvPicPr>
          <p:cNvPr id="25" name="Content Placeholder 24" descr="3435073027_76c0d17652_b.jpg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" r="-752"/>
          <a:stretch/>
        </p:blipFill>
        <p:spPr>
          <a:xfrm>
            <a:off x="842651" y="1552115"/>
            <a:ext cx="2967603" cy="3124696"/>
          </a:xfrm>
        </p:spPr>
      </p:pic>
      <p:sp>
        <p:nvSpPr>
          <p:cNvPr id="27" name="TextBox 26"/>
          <p:cNvSpPr txBox="1"/>
          <p:nvPr/>
        </p:nvSpPr>
        <p:spPr>
          <a:xfrm>
            <a:off x="951037" y="5556003"/>
            <a:ext cx="7241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 object-oriented computer programming language commonly used to create interactive effects within web </a:t>
            </a:r>
            <a:r>
              <a:rPr lang="en-US" dirty="0" smtClean="0"/>
              <a:t>sites.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4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 server</a:t>
            </a:r>
            <a:endParaRPr lang="en-US" dirty="0"/>
          </a:p>
        </p:txBody>
      </p:sp>
      <p:pic>
        <p:nvPicPr>
          <p:cNvPr id="4" name="Content Placeholder 3" descr="Screen Shot 2017-09-21 at 2.41.52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59" r="-12059"/>
          <a:stretch>
            <a:fillRect/>
          </a:stretch>
        </p:blipFill>
        <p:spPr>
          <a:xfrm>
            <a:off x="1975231" y="1600229"/>
            <a:ext cx="5193538" cy="2856266"/>
          </a:xfrm>
        </p:spPr>
      </p:pic>
      <p:sp>
        <p:nvSpPr>
          <p:cNvPr id="6" name="TextBox 5"/>
          <p:cNvSpPr txBox="1"/>
          <p:nvPr/>
        </p:nvSpPr>
        <p:spPr>
          <a:xfrm>
            <a:off x="976988" y="5067563"/>
            <a:ext cx="7522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 server is a a software program, or the computer on which that program runs, that provides a specific kind of service to client software running on the same computer or other computers on a network. ... It is a major element of modern operating system and network design.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</a:t>
            </a:r>
            <a:r>
              <a:rPr lang="en-US" dirty="0" err="1" smtClean="0"/>
              <a:t>php</a:t>
            </a:r>
            <a:endParaRPr lang="en-US" dirty="0"/>
          </a:p>
        </p:txBody>
      </p:sp>
      <p:pic>
        <p:nvPicPr>
          <p:cNvPr id="4" name="Content Placeholder 3" descr="slack-imgs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12" r="-2112"/>
          <a:stretch>
            <a:fillRect/>
          </a:stretch>
        </p:blipFill>
        <p:spPr>
          <a:xfrm>
            <a:off x="1394880" y="1819999"/>
            <a:ext cx="6354240" cy="3088822"/>
          </a:xfrm>
        </p:spPr>
      </p:pic>
      <p:sp>
        <p:nvSpPr>
          <p:cNvPr id="5" name="TextBox 4"/>
          <p:cNvSpPr txBox="1"/>
          <p:nvPr/>
        </p:nvSpPr>
        <p:spPr>
          <a:xfrm>
            <a:off x="1624243" y="5433893"/>
            <a:ext cx="5996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PHP is a server-side scripting language designed primarily for web </a:t>
            </a:r>
            <a:r>
              <a:rPr lang="en-US" dirty="0" smtClean="0"/>
              <a:t>development. It runs code to create functionality from the server into the website and back.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57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</a:t>
            </a:r>
            <a:r>
              <a:rPr lang="en-US" dirty="0" err="1" smtClean="0"/>
              <a:t>mySQL</a:t>
            </a:r>
            <a:endParaRPr lang="en-US" dirty="0"/>
          </a:p>
        </p:txBody>
      </p:sp>
      <p:pic>
        <p:nvPicPr>
          <p:cNvPr id="4" name="Content Placeholder 3" descr="20050924-90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5" b="8785"/>
          <a:stretch>
            <a:fillRect/>
          </a:stretch>
        </p:blipFill>
        <p:spPr>
          <a:xfrm>
            <a:off x="2418783" y="2003162"/>
            <a:ext cx="4306434" cy="2368373"/>
          </a:xfrm>
        </p:spPr>
      </p:pic>
      <p:sp>
        <p:nvSpPr>
          <p:cNvPr id="5" name="TextBox 4"/>
          <p:cNvSpPr txBox="1"/>
          <p:nvPr/>
        </p:nvSpPr>
        <p:spPr>
          <a:xfrm>
            <a:off x="1286877" y="5153040"/>
            <a:ext cx="6570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MySQL is a standardized programming language used for managing relational databases and performing various operations on the data in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1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322</Words>
  <Application>Microsoft Macintosh PowerPoint</Application>
  <PresentationFormat>On-screen Show (4:3)</PresentationFormat>
  <Paragraphs>24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What makes a website</vt:lpstr>
      <vt:lpstr>This is the internet</vt:lpstr>
      <vt:lpstr>This is a website</vt:lpstr>
      <vt:lpstr>This is a wire frame</vt:lpstr>
      <vt:lpstr>This is a flow chart </vt:lpstr>
      <vt:lpstr>This is a mock up</vt:lpstr>
      <vt:lpstr>This is HTML</vt:lpstr>
      <vt:lpstr>This is CSS</vt:lpstr>
      <vt:lpstr>This is JavaScript</vt:lpstr>
      <vt:lpstr>This is a server</vt:lpstr>
      <vt:lpstr>This is php</vt:lpstr>
      <vt:lpstr>This is mySQL</vt:lpstr>
    </vt:vector>
  </TitlesOfParts>
  <Company>o.b.t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makes a website</dc:title>
  <dc:creator>Matthew Soto</dc:creator>
  <cp:lastModifiedBy>Eloy Ortega</cp:lastModifiedBy>
  <cp:revision>12</cp:revision>
  <dcterms:created xsi:type="dcterms:W3CDTF">2017-09-21T17:07:06Z</dcterms:created>
  <dcterms:modified xsi:type="dcterms:W3CDTF">2017-09-22T19:42:07Z</dcterms:modified>
</cp:coreProperties>
</file>